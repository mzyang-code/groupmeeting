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image" Target="../media/image1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image" Target="../media/image2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3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image" Target="../media/image4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3.xml"/><Relationship Id="rId3" Type="http://schemas.openxmlformats.org/officeDocument/2006/relationships/image" Target="../media/image5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260330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第一版</a:t>
            </a:r>
            <a:r>
              <a:rPr lang="en-US" altLang="zh-CN">
                <a:sym typeface="+mn-ea"/>
              </a:rPr>
              <a:t> -&gt; </a:t>
            </a:r>
            <a:r>
              <a:rPr lang="zh-CN" altLang="en-US">
                <a:sym typeface="+mn-ea"/>
              </a:rPr>
              <a:t>第二版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1. NN</a:t>
            </a:r>
            <a:r>
              <a:rPr lang="zh-CN" altLang="en-US">
                <a:sym typeface="+mn-ea"/>
              </a:rPr>
              <a:t>层顺序</a:t>
            </a:r>
            <a:endParaRPr lang="zh-CN" altLang="en-US"/>
          </a:p>
          <a:p>
            <a:r>
              <a:rPr lang="en-US" altLang="zh-CN">
                <a:sym typeface="+mn-ea"/>
              </a:rPr>
              <a:t>2. NN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L1 </a:t>
            </a:r>
            <a:r>
              <a:rPr lang="zh-CN" altLang="en-US">
                <a:sym typeface="+mn-ea"/>
              </a:rPr>
              <a:t>正则化</a:t>
            </a:r>
            <a:endParaRPr lang="zh-CN" altLang="en-US"/>
          </a:p>
          <a:p>
            <a:r>
              <a:rPr lang="en-US" altLang="zh-CN">
                <a:sym typeface="+mn-ea"/>
              </a:rPr>
              <a:t>3. NN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train+val Refit</a:t>
            </a:r>
            <a:endParaRPr lang="en-US" altLang="zh-CN"/>
          </a:p>
          <a:p>
            <a:r>
              <a:rPr lang="en-US" altLang="zh-CN">
                <a:sym typeface="+mn-ea"/>
              </a:rPr>
              <a:t>4. LinearSVC </a:t>
            </a:r>
            <a:r>
              <a:rPr lang="zh-CN" altLang="en-US">
                <a:sym typeface="+mn-ea"/>
              </a:rPr>
              <a:t>没有</a:t>
            </a:r>
            <a:r>
              <a:rPr lang="en-US" altLang="zh-CN">
                <a:sym typeface="+mn-ea"/>
              </a:rPr>
              <a:t> predict_proba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AUC</a:t>
            </a:r>
            <a:r>
              <a:rPr lang="zh-CN" altLang="en-US">
                <a:sym typeface="+mn-ea"/>
              </a:rPr>
              <a:t>恒为</a:t>
            </a:r>
            <a:r>
              <a:rPr lang="en-US" altLang="zh-CN">
                <a:sym typeface="+mn-ea"/>
              </a:rPr>
              <a:t> nan</a:t>
            </a:r>
            <a:r>
              <a:rPr lang="zh-CN" altLang="en-US">
                <a:sym typeface="+mn-ea"/>
              </a:rPr>
              <a:t>。用</a:t>
            </a:r>
            <a:r>
              <a:rPr lang="en-US" altLang="zh-CN">
                <a:sym typeface="+mn-ea"/>
              </a:rPr>
              <a:t> CalibratedClassifierCV</a:t>
            </a:r>
            <a:r>
              <a:rPr lang="zh-CN" altLang="en-US">
                <a:sym typeface="+mn-ea"/>
              </a:rPr>
              <a:t>使</a:t>
            </a:r>
            <a:r>
              <a:rPr lang="en-US" altLang="zh-CN">
                <a:sym typeface="+mn-ea"/>
              </a:rPr>
              <a:t> SVM </a:t>
            </a:r>
            <a:r>
              <a:rPr lang="zh-CN" altLang="en-US">
                <a:sym typeface="+mn-ea"/>
              </a:rPr>
              <a:t>也能输出有意义的概率估计用于</a:t>
            </a:r>
            <a:r>
              <a:rPr lang="en-US" altLang="zh-CN">
                <a:sym typeface="+mn-ea"/>
              </a:rPr>
              <a:t> AUC </a:t>
            </a:r>
            <a:r>
              <a:rPr lang="zh-CN" altLang="en-US">
                <a:sym typeface="+mn-ea"/>
              </a:rPr>
              <a:t>计算。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zh-CN">
                <a:sym typeface="+mn-ea"/>
              </a:rPr>
              <a:t>Classification - Undersampling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816985" y="1426210"/>
            <a:ext cx="4558030" cy="51238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C</a:t>
            </a:r>
            <a:r>
              <a:rPr lang="en-US" altLang="zh-CN"/>
              <a:t>lassification Portfolio - Undersampling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455160" y="1378585"/>
            <a:ext cx="3275330" cy="52711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Classification vs Regression</a:t>
            </a:r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15160" y="1490345"/>
            <a:ext cx="8354695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Classification vs Regression Portfolio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918460" y="1490345"/>
            <a:ext cx="6348095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Regression - Undersampling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442460" y="1484630"/>
            <a:ext cx="3300095" cy="52882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</Words>
  <Application>WPS 演示</Application>
  <PresentationFormat>宽屏</PresentationFormat>
  <Paragraphs>20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Nipre-et'A.Dn-ng</cp:lastModifiedBy>
  <cp:revision>171</cp:revision>
  <dcterms:created xsi:type="dcterms:W3CDTF">2019-06-19T02:08:00Z</dcterms:created>
  <dcterms:modified xsi:type="dcterms:W3CDTF">2026-03-30T13:05:07Z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1F1909CEF35D4CDCB1CE981DF541FD30_11</vt:lpwstr>
  </property>
</Properties>
</file>